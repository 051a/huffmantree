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57" r:id="rId6"/>
    <p:sldId id="266" r:id="rId7"/>
    <p:sldId id="278" r:id="rId8"/>
    <p:sldId id="279" r:id="rId9"/>
    <p:sldId id="280" r:id="rId10"/>
    <p:sldId id="281" r:id="rId11"/>
    <p:sldId id="261" r:id="rId12"/>
    <p:sldId id="26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D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0711F-7EF8-489F-A98C-ED57141AA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2B82F-F4C7-4CB1-95CC-EAE4D24E90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6.xml"/><Relationship Id="rId4" Type="http://schemas.openxmlformats.org/officeDocument/2006/relationships/image" Target="../media/image6.png"/><Relationship Id="rId3" Type="http://schemas.openxmlformats.org/officeDocument/2006/relationships/tags" Target="../tags/tag65.xml"/><Relationship Id="rId2" Type="http://schemas.openxmlformats.org/officeDocument/2006/relationships/image" Target="../media/image5.png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准备 3"/>
          <p:cNvSpPr/>
          <p:nvPr/>
        </p:nvSpPr>
        <p:spPr>
          <a:xfrm>
            <a:off x="2895600" y="364236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准备 5"/>
          <p:cNvSpPr/>
          <p:nvPr/>
        </p:nvSpPr>
        <p:spPr>
          <a:xfrm>
            <a:off x="7802880" y="2118360"/>
            <a:ext cx="182880" cy="152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准备 6"/>
          <p:cNvSpPr/>
          <p:nvPr/>
        </p:nvSpPr>
        <p:spPr>
          <a:xfrm flipV="1">
            <a:off x="7802880" y="3764280"/>
            <a:ext cx="320040" cy="25908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准备 8"/>
          <p:cNvSpPr/>
          <p:nvPr/>
        </p:nvSpPr>
        <p:spPr>
          <a:xfrm>
            <a:off x="2072640" y="5120640"/>
            <a:ext cx="502920" cy="32004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089660" y="754837"/>
            <a:ext cx="4328159" cy="2118360"/>
            <a:chOff x="4295561" y="2798008"/>
            <a:chExt cx="3795855" cy="1834952"/>
          </a:xfrm>
        </p:grpSpPr>
        <p:sp>
          <p:nvSpPr>
            <p:cNvPr id="5" name="流程图: 准备 4"/>
            <p:cNvSpPr/>
            <p:nvPr/>
          </p:nvSpPr>
          <p:spPr>
            <a:xfrm>
              <a:off x="7512296" y="3748487"/>
              <a:ext cx="579120" cy="39624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流程图: 准备 7"/>
            <p:cNvSpPr/>
            <p:nvPr/>
          </p:nvSpPr>
          <p:spPr>
            <a:xfrm>
              <a:off x="5242561" y="4419600"/>
              <a:ext cx="304800" cy="21336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/>
          </p:nvSpPr>
          <p:spPr>
            <a:xfrm>
              <a:off x="4295561" y="2798008"/>
              <a:ext cx="846437" cy="500124"/>
            </a:xfrm>
            <a:prstGeom prst="halfFrame">
              <a:avLst>
                <a:gd name="adj1" fmla="val 5714"/>
                <a:gd name="adj2" fmla="val 5714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/>
          </p:nvSpPr>
          <p:spPr>
            <a:xfrm rot="10800000">
              <a:off x="5647925" y="3968135"/>
              <a:ext cx="579121" cy="592323"/>
            </a:xfrm>
            <a:prstGeom prst="halfFrame">
              <a:avLst>
                <a:gd name="adj1" fmla="val 5714"/>
                <a:gd name="adj2" fmla="val 6666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003108" y="2790376"/>
            <a:ext cx="52120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/>
              <a:t>课程设计</a:t>
            </a:r>
            <a:r>
              <a:rPr lang="zh-CN" altLang="en-US" sz="6600" dirty="0"/>
              <a:t>说明</a:t>
            </a:r>
            <a:endParaRPr lang="zh-CN" altLang="en-US" sz="6600" dirty="0"/>
          </a:p>
        </p:txBody>
      </p:sp>
      <p:sp>
        <p:nvSpPr>
          <p:cNvPr id="17" name="半闭框 16"/>
          <p:cNvSpPr/>
          <p:nvPr/>
        </p:nvSpPr>
        <p:spPr>
          <a:xfrm>
            <a:off x="6997765" y="5188801"/>
            <a:ext cx="965135" cy="577368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半闭框 17"/>
          <p:cNvSpPr/>
          <p:nvPr/>
        </p:nvSpPr>
        <p:spPr>
          <a:xfrm>
            <a:off x="6395869" y="5771618"/>
            <a:ext cx="965135" cy="577368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半闭框 18"/>
          <p:cNvSpPr/>
          <p:nvPr/>
        </p:nvSpPr>
        <p:spPr>
          <a:xfrm>
            <a:off x="8122921" y="4243920"/>
            <a:ext cx="1625734" cy="876719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流程图: 准备 19"/>
          <p:cNvSpPr/>
          <p:nvPr/>
        </p:nvSpPr>
        <p:spPr>
          <a:xfrm>
            <a:off x="5448299" y="620268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准备 20"/>
          <p:cNvSpPr/>
          <p:nvPr/>
        </p:nvSpPr>
        <p:spPr>
          <a:xfrm>
            <a:off x="10896600" y="798805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962900" y="5766169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陈忆群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准备 3"/>
          <p:cNvSpPr/>
          <p:nvPr/>
        </p:nvSpPr>
        <p:spPr>
          <a:xfrm>
            <a:off x="2895600" y="364236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准备 5"/>
          <p:cNvSpPr/>
          <p:nvPr/>
        </p:nvSpPr>
        <p:spPr>
          <a:xfrm>
            <a:off x="7802880" y="2118360"/>
            <a:ext cx="182880" cy="152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准备 6"/>
          <p:cNvSpPr/>
          <p:nvPr/>
        </p:nvSpPr>
        <p:spPr>
          <a:xfrm flipV="1">
            <a:off x="7802880" y="3764280"/>
            <a:ext cx="320040" cy="25908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准备 8"/>
          <p:cNvSpPr/>
          <p:nvPr/>
        </p:nvSpPr>
        <p:spPr>
          <a:xfrm>
            <a:off x="2072640" y="5120640"/>
            <a:ext cx="502920" cy="32004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31520" y="678180"/>
            <a:ext cx="4328159" cy="2118360"/>
            <a:chOff x="4295561" y="2798008"/>
            <a:chExt cx="3795855" cy="1834952"/>
          </a:xfrm>
        </p:grpSpPr>
        <p:sp>
          <p:nvSpPr>
            <p:cNvPr id="5" name="流程图: 准备 4"/>
            <p:cNvSpPr/>
            <p:nvPr/>
          </p:nvSpPr>
          <p:spPr>
            <a:xfrm>
              <a:off x="7512296" y="3748487"/>
              <a:ext cx="579120" cy="39624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流程图: 准备 7"/>
            <p:cNvSpPr/>
            <p:nvPr/>
          </p:nvSpPr>
          <p:spPr>
            <a:xfrm>
              <a:off x="5242561" y="4419600"/>
              <a:ext cx="304800" cy="21336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/>
          </p:nvSpPr>
          <p:spPr>
            <a:xfrm>
              <a:off x="4295561" y="2798008"/>
              <a:ext cx="846437" cy="500124"/>
            </a:xfrm>
            <a:prstGeom prst="halfFrame">
              <a:avLst>
                <a:gd name="adj1" fmla="val 5714"/>
                <a:gd name="adj2" fmla="val 5714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/>
          </p:nvSpPr>
          <p:spPr>
            <a:xfrm rot="10800000">
              <a:off x="5647925" y="3968135"/>
              <a:ext cx="579121" cy="592323"/>
            </a:xfrm>
            <a:prstGeom prst="halfFrame">
              <a:avLst>
                <a:gd name="adj1" fmla="val 5714"/>
                <a:gd name="adj2" fmla="val 6666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半闭框 16"/>
          <p:cNvSpPr/>
          <p:nvPr/>
        </p:nvSpPr>
        <p:spPr>
          <a:xfrm>
            <a:off x="9931465" y="4863312"/>
            <a:ext cx="965135" cy="577368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半闭框 17"/>
          <p:cNvSpPr/>
          <p:nvPr/>
        </p:nvSpPr>
        <p:spPr>
          <a:xfrm rot="10800000">
            <a:off x="10896600" y="5913996"/>
            <a:ext cx="965135" cy="577368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流程图: 准备 19"/>
          <p:cNvSpPr/>
          <p:nvPr/>
        </p:nvSpPr>
        <p:spPr>
          <a:xfrm>
            <a:off x="5448299" y="620268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准备 20"/>
          <p:cNvSpPr/>
          <p:nvPr/>
        </p:nvSpPr>
        <p:spPr>
          <a:xfrm>
            <a:off x="10896600" y="798805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减号 1"/>
          <p:cNvSpPr/>
          <p:nvPr/>
        </p:nvSpPr>
        <p:spPr>
          <a:xfrm>
            <a:off x="-236221" y="3404466"/>
            <a:ext cx="12801600" cy="246313"/>
          </a:xfrm>
          <a:prstGeom prst="mathMinus">
            <a:avLst/>
          </a:prstGeom>
          <a:solidFill>
            <a:srgbClr val="CDD137"/>
          </a:solidFill>
          <a:ln>
            <a:solidFill>
              <a:srgbClr val="CDD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团队介绍</a:t>
            </a:r>
            <a:endParaRPr lang="zh-CN" altLang="en-US" sz="5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83712" y="2585519"/>
            <a:ext cx="9156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/>
              <a:t>01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半闭框 1"/>
          <p:cNvSpPr/>
          <p:nvPr/>
        </p:nvSpPr>
        <p:spPr>
          <a:xfrm>
            <a:off x="654546" y="499527"/>
            <a:ext cx="1996440" cy="777240"/>
          </a:xfrm>
          <a:prstGeom prst="halfFrame">
            <a:avLst>
              <a:gd name="adj1" fmla="val 13725"/>
              <a:gd name="adj2" fmla="val 13725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>
            <a:off x="8770620" y="1276767"/>
            <a:ext cx="1783080" cy="1295400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03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流程图: 合并 4"/>
          <p:cNvSpPr/>
          <p:nvPr/>
        </p:nvSpPr>
        <p:spPr>
          <a:xfrm>
            <a:off x="5072152" y="1299627"/>
            <a:ext cx="1905000" cy="1249680"/>
          </a:xfrm>
          <a:prstGeom prst="flowChartMerg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</a:t>
            </a:r>
            <a:endParaRPr lang="zh-CN" alt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>
            <a:off x="1495604" y="1276767"/>
            <a:ext cx="1783080" cy="1295400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半闭框 6"/>
          <p:cNvSpPr/>
          <p:nvPr/>
        </p:nvSpPr>
        <p:spPr>
          <a:xfrm rot="10800000">
            <a:off x="9662160" y="5621003"/>
            <a:ext cx="1996440" cy="777240"/>
          </a:xfrm>
          <a:prstGeom prst="halfFrame">
            <a:avLst>
              <a:gd name="adj1" fmla="val 13725"/>
              <a:gd name="adj2" fmla="val 13725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图文框 11"/>
          <p:cNvSpPr/>
          <p:nvPr/>
        </p:nvSpPr>
        <p:spPr>
          <a:xfrm>
            <a:off x="763905" y="2576395"/>
            <a:ext cx="3169920" cy="3429000"/>
          </a:xfrm>
          <a:prstGeom prst="frame">
            <a:avLst>
              <a:gd name="adj1" fmla="val 0"/>
            </a:avLst>
          </a:prstGeom>
          <a:solidFill>
            <a:srgbClr val="CDD137"/>
          </a:solidFill>
          <a:ln>
            <a:solidFill>
              <a:srgbClr val="CDD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图文框 13"/>
          <p:cNvSpPr/>
          <p:nvPr/>
        </p:nvSpPr>
        <p:spPr>
          <a:xfrm>
            <a:off x="4489132" y="2571334"/>
            <a:ext cx="3169920" cy="3429000"/>
          </a:xfrm>
          <a:prstGeom prst="frame">
            <a:avLst>
              <a:gd name="adj1" fmla="val 0"/>
            </a:avLst>
          </a:prstGeom>
          <a:solidFill>
            <a:srgbClr val="CDD137"/>
          </a:solidFill>
          <a:ln>
            <a:solidFill>
              <a:srgbClr val="CDD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8214359" y="2549307"/>
            <a:ext cx="3169920" cy="3429000"/>
          </a:xfrm>
          <a:prstGeom prst="frame">
            <a:avLst>
              <a:gd name="adj1" fmla="val 0"/>
            </a:avLst>
          </a:prstGeom>
          <a:solidFill>
            <a:srgbClr val="CDD137"/>
          </a:solidFill>
          <a:ln>
            <a:solidFill>
              <a:srgbClr val="CDD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031910" y="198538"/>
            <a:ext cx="1783080" cy="855553"/>
            <a:chOff x="4295561" y="2798008"/>
            <a:chExt cx="3795855" cy="1834952"/>
          </a:xfrm>
        </p:grpSpPr>
        <p:sp>
          <p:nvSpPr>
            <p:cNvPr id="19" name="流程图: 准备 18"/>
            <p:cNvSpPr/>
            <p:nvPr/>
          </p:nvSpPr>
          <p:spPr>
            <a:xfrm>
              <a:off x="7512296" y="3748487"/>
              <a:ext cx="579120" cy="39624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流程图: 准备 19"/>
            <p:cNvSpPr/>
            <p:nvPr/>
          </p:nvSpPr>
          <p:spPr>
            <a:xfrm>
              <a:off x="5242561" y="4419600"/>
              <a:ext cx="304800" cy="21336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半闭框 20"/>
            <p:cNvSpPr/>
            <p:nvPr/>
          </p:nvSpPr>
          <p:spPr>
            <a:xfrm>
              <a:off x="4295561" y="2798008"/>
              <a:ext cx="846437" cy="500124"/>
            </a:xfrm>
            <a:prstGeom prst="halfFrame">
              <a:avLst>
                <a:gd name="adj1" fmla="val 5714"/>
                <a:gd name="adj2" fmla="val 5714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半闭框 21"/>
            <p:cNvSpPr/>
            <p:nvPr/>
          </p:nvSpPr>
          <p:spPr>
            <a:xfrm rot="10800000">
              <a:off x="5647925" y="3968135"/>
              <a:ext cx="579121" cy="592323"/>
            </a:xfrm>
            <a:prstGeom prst="halfFrame">
              <a:avLst>
                <a:gd name="adj1" fmla="val 5714"/>
                <a:gd name="adj2" fmla="val 6666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" name="流程图: 准备 22"/>
          <p:cNvSpPr/>
          <p:nvPr/>
        </p:nvSpPr>
        <p:spPr>
          <a:xfrm>
            <a:off x="10896600" y="798805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准备 23"/>
          <p:cNvSpPr/>
          <p:nvPr/>
        </p:nvSpPr>
        <p:spPr>
          <a:xfrm>
            <a:off x="7515225" y="2164079"/>
            <a:ext cx="358140" cy="316648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准备 24"/>
          <p:cNvSpPr/>
          <p:nvPr/>
        </p:nvSpPr>
        <p:spPr>
          <a:xfrm>
            <a:off x="6820376" y="5618446"/>
            <a:ext cx="358140" cy="234925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流程图: 准备 25"/>
          <p:cNvSpPr/>
          <p:nvPr/>
        </p:nvSpPr>
        <p:spPr>
          <a:xfrm>
            <a:off x="761227" y="2164079"/>
            <a:ext cx="391477" cy="293787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准备 26"/>
          <p:cNvSpPr/>
          <p:nvPr/>
        </p:nvSpPr>
        <p:spPr>
          <a:xfrm>
            <a:off x="1294626" y="6358473"/>
            <a:ext cx="503694" cy="30647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准备 27"/>
          <p:cNvSpPr/>
          <p:nvPr/>
        </p:nvSpPr>
        <p:spPr>
          <a:xfrm>
            <a:off x="5388573" y="614057"/>
            <a:ext cx="272038" cy="184748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流程图: 准备 28"/>
          <p:cNvSpPr/>
          <p:nvPr/>
        </p:nvSpPr>
        <p:spPr>
          <a:xfrm>
            <a:off x="5509828" y="6547480"/>
            <a:ext cx="358140" cy="234925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流程图: 准备 29"/>
          <p:cNvSpPr/>
          <p:nvPr/>
        </p:nvSpPr>
        <p:spPr>
          <a:xfrm>
            <a:off x="10660380" y="5606156"/>
            <a:ext cx="358140" cy="234925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214617" y="3422214"/>
            <a:ext cx="232963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dirty="0"/>
              <a:t>每个成员都要有一张生活照</a:t>
            </a:r>
            <a:r>
              <a:rPr lang="en-US" altLang="zh-CN" sz="2800" dirty="0"/>
              <a:t>/</a:t>
            </a:r>
            <a:r>
              <a:rPr lang="zh-CN" altLang="en-US" sz="2800" dirty="0"/>
              <a:t>证件照，并</a:t>
            </a:r>
            <a:r>
              <a:rPr lang="zh-CN" altLang="en-US" sz="2800" dirty="0"/>
              <a:t>写上名字</a:t>
            </a:r>
            <a:endParaRPr lang="zh-CN" altLang="en-US" sz="2800" dirty="0"/>
          </a:p>
        </p:txBody>
      </p:sp>
      <p:sp>
        <p:nvSpPr>
          <p:cNvPr id="32" name="矩形 31"/>
          <p:cNvSpPr/>
          <p:nvPr/>
        </p:nvSpPr>
        <p:spPr>
          <a:xfrm>
            <a:off x="4997653" y="3371677"/>
            <a:ext cx="2215152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dirty="0"/>
              <a:t>要有一个图表展示各成员</a:t>
            </a:r>
            <a:r>
              <a:rPr lang="zh-CN" altLang="en-US" sz="2800" dirty="0"/>
              <a:t>贡献比例</a:t>
            </a:r>
            <a:endParaRPr lang="zh-CN" altLang="en-US" sz="2800" dirty="0"/>
          </a:p>
        </p:txBody>
      </p:sp>
      <p:sp>
        <p:nvSpPr>
          <p:cNvPr id="34" name="矩形 33"/>
          <p:cNvSpPr/>
          <p:nvPr/>
        </p:nvSpPr>
        <p:spPr>
          <a:xfrm>
            <a:off x="8770620" y="3359387"/>
            <a:ext cx="2441643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dirty="0"/>
              <a:t>团队</a:t>
            </a:r>
            <a:r>
              <a:rPr lang="zh-CN" altLang="en-US" sz="2800" dirty="0"/>
              <a:t>特色</a:t>
            </a:r>
            <a:r>
              <a:rPr lang="en-US" altLang="zh-CN" sz="2800" dirty="0"/>
              <a:t>..</a:t>
            </a:r>
            <a:endParaRPr lang="en-US" altLang="zh-CN" sz="2800" dirty="0"/>
          </a:p>
          <a:p>
            <a:pPr lvl="0"/>
            <a:endParaRPr lang="en-US" altLang="zh-CN" sz="2800" dirty="0"/>
          </a:p>
          <a:p>
            <a:pPr lvl="0"/>
            <a:r>
              <a:rPr lang="zh-CN" altLang="en-US" sz="2800" dirty="0"/>
              <a:t>答辩</a:t>
            </a:r>
            <a:r>
              <a:rPr lang="zh-CN" altLang="en-US" sz="2800" dirty="0"/>
              <a:t>展示</a:t>
            </a:r>
            <a:endParaRPr lang="zh-CN" altLang="en-US" sz="2800" dirty="0"/>
          </a:p>
          <a:p>
            <a:pPr lvl="0"/>
            <a:r>
              <a:rPr lang="zh-CN" altLang="en-US" sz="2800" dirty="0"/>
              <a:t>突出特色：</a:t>
            </a:r>
            <a:endParaRPr lang="zh-CN" altLang="en-US" sz="2800" dirty="0"/>
          </a:p>
          <a:p>
            <a:pPr lvl="0"/>
            <a:r>
              <a:rPr lang="zh-CN" altLang="en-US" sz="2800" dirty="0"/>
              <a:t>功能、方法、</a:t>
            </a:r>
            <a:r>
              <a:rPr lang="zh-CN" altLang="en-US" sz="2800" dirty="0"/>
              <a:t>合作？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准备 3"/>
          <p:cNvSpPr/>
          <p:nvPr/>
        </p:nvSpPr>
        <p:spPr>
          <a:xfrm>
            <a:off x="2895600" y="364236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准备 5"/>
          <p:cNvSpPr/>
          <p:nvPr/>
        </p:nvSpPr>
        <p:spPr>
          <a:xfrm>
            <a:off x="7802880" y="2118360"/>
            <a:ext cx="182880" cy="152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准备 6"/>
          <p:cNvSpPr/>
          <p:nvPr/>
        </p:nvSpPr>
        <p:spPr>
          <a:xfrm flipV="1">
            <a:off x="7802880" y="3764280"/>
            <a:ext cx="320040" cy="25908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准备 8"/>
          <p:cNvSpPr/>
          <p:nvPr/>
        </p:nvSpPr>
        <p:spPr>
          <a:xfrm>
            <a:off x="2072640" y="5120640"/>
            <a:ext cx="502920" cy="32004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31520" y="678180"/>
            <a:ext cx="4328159" cy="2118360"/>
            <a:chOff x="4295561" y="2798008"/>
            <a:chExt cx="3795855" cy="1834952"/>
          </a:xfrm>
        </p:grpSpPr>
        <p:sp>
          <p:nvSpPr>
            <p:cNvPr id="5" name="流程图: 准备 4"/>
            <p:cNvSpPr/>
            <p:nvPr/>
          </p:nvSpPr>
          <p:spPr>
            <a:xfrm>
              <a:off x="7512296" y="3748487"/>
              <a:ext cx="579120" cy="39624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流程图: 准备 7"/>
            <p:cNvSpPr/>
            <p:nvPr/>
          </p:nvSpPr>
          <p:spPr>
            <a:xfrm>
              <a:off x="5242561" y="4419600"/>
              <a:ext cx="304800" cy="21336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/>
          </p:nvSpPr>
          <p:spPr>
            <a:xfrm>
              <a:off x="4295561" y="2798008"/>
              <a:ext cx="846437" cy="500124"/>
            </a:xfrm>
            <a:prstGeom prst="halfFrame">
              <a:avLst>
                <a:gd name="adj1" fmla="val 5714"/>
                <a:gd name="adj2" fmla="val 5714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/>
          </p:nvSpPr>
          <p:spPr>
            <a:xfrm rot="10800000">
              <a:off x="5647925" y="3968135"/>
              <a:ext cx="579121" cy="592323"/>
            </a:xfrm>
            <a:prstGeom prst="halfFrame">
              <a:avLst>
                <a:gd name="adj1" fmla="val 5714"/>
                <a:gd name="adj2" fmla="val 6666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半闭框 16"/>
          <p:cNvSpPr/>
          <p:nvPr/>
        </p:nvSpPr>
        <p:spPr>
          <a:xfrm>
            <a:off x="9931465" y="4863312"/>
            <a:ext cx="965135" cy="577368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半闭框 17"/>
          <p:cNvSpPr/>
          <p:nvPr/>
        </p:nvSpPr>
        <p:spPr>
          <a:xfrm rot="10800000">
            <a:off x="10896600" y="5913996"/>
            <a:ext cx="965135" cy="577368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流程图: 准备 19"/>
          <p:cNvSpPr/>
          <p:nvPr/>
        </p:nvSpPr>
        <p:spPr>
          <a:xfrm>
            <a:off x="5448299" y="620268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准备 20"/>
          <p:cNvSpPr/>
          <p:nvPr/>
        </p:nvSpPr>
        <p:spPr>
          <a:xfrm>
            <a:off x="10896600" y="798805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减号 1"/>
          <p:cNvSpPr/>
          <p:nvPr/>
        </p:nvSpPr>
        <p:spPr>
          <a:xfrm>
            <a:off x="-236221" y="3404466"/>
            <a:ext cx="12801600" cy="246313"/>
          </a:xfrm>
          <a:prstGeom prst="mathMinus">
            <a:avLst/>
          </a:prstGeom>
          <a:solidFill>
            <a:srgbClr val="CDD137"/>
          </a:solidFill>
          <a:ln>
            <a:solidFill>
              <a:srgbClr val="CDD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应用</a:t>
            </a:r>
            <a:r>
              <a:rPr lang="en-US" altLang="zh-CN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</a:t>
            </a:r>
            <a:r>
              <a:rPr lang="zh-CN" altLang="en-US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工具</a:t>
            </a:r>
            <a:endParaRPr lang="zh-CN" altLang="en-US" sz="5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83712" y="2585519"/>
            <a:ext cx="9156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/>
              <a:t>02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188721" y="467262"/>
            <a:ext cx="2575560" cy="2961738"/>
            <a:chOff x="380998" y="467262"/>
            <a:chExt cx="2575560" cy="2961738"/>
          </a:xfrm>
        </p:grpSpPr>
        <p:sp>
          <p:nvSpPr>
            <p:cNvPr id="2" name="流程图: 决策 1"/>
            <p:cNvSpPr/>
            <p:nvPr/>
          </p:nvSpPr>
          <p:spPr>
            <a:xfrm>
              <a:off x="1112517" y="467262"/>
              <a:ext cx="1051560" cy="777240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01</a:t>
              </a:r>
              <a:endParaRPr lang="zh-CN" altLang="en-US" sz="2400" b="1" dirty="0"/>
            </a:p>
          </p:txBody>
        </p:sp>
        <p:sp>
          <p:nvSpPr>
            <p:cNvPr id="7" name="圆: 空心 6"/>
            <p:cNvSpPr/>
            <p:nvPr/>
          </p:nvSpPr>
          <p:spPr>
            <a:xfrm>
              <a:off x="380998" y="1244502"/>
              <a:ext cx="2575560" cy="2184498"/>
            </a:xfrm>
            <a:prstGeom prst="donut">
              <a:avLst>
                <a:gd name="adj" fmla="val 2109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17719" y="379990"/>
            <a:ext cx="2575560" cy="2961738"/>
            <a:chOff x="4328159" y="467262"/>
            <a:chExt cx="2575560" cy="2961738"/>
          </a:xfrm>
        </p:grpSpPr>
        <p:sp>
          <p:nvSpPr>
            <p:cNvPr id="4" name="流程图: 决策 3"/>
            <p:cNvSpPr/>
            <p:nvPr/>
          </p:nvSpPr>
          <p:spPr>
            <a:xfrm>
              <a:off x="5090159" y="467262"/>
              <a:ext cx="1051560" cy="777240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02</a:t>
              </a:r>
              <a:endParaRPr lang="zh-CN" altLang="en-US" sz="2400" b="1" dirty="0"/>
            </a:p>
          </p:txBody>
        </p:sp>
        <p:sp>
          <p:nvSpPr>
            <p:cNvPr id="9" name="圆: 空心 8"/>
            <p:cNvSpPr/>
            <p:nvPr/>
          </p:nvSpPr>
          <p:spPr>
            <a:xfrm>
              <a:off x="4328159" y="1244502"/>
              <a:ext cx="2575560" cy="2184498"/>
            </a:xfrm>
            <a:prstGeom prst="donut">
              <a:avLst>
                <a:gd name="adj" fmla="val 2109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039100" y="701040"/>
            <a:ext cx="2575560" cy="2727960"/>
            <a:chOff x="8595361" y="613768"/>
            <a:chExt cx="2575560" cy="2727960"/>
          </a:xfrm>
        </p:grpSpPr>
        <p:sp>
          <p:nvSpPr>
            <p:cNvPr id="5" name="流程图: 决策 4"/>
            <p:cNvSpPr/>
            <p:nvPr/>
          </p:nvSpPr>
          <p:spPr>
            <a:xfrm>
              <a:off x="9357361" y="613768"/>
              <a:ext cx="1051560" cy="777240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03</a:t>
              </a:r>
              <a:endParaRPr lang="zh-CN" altLang="en-US" sz="2400" b="1" dirty="0"/>
            </a:p>
          </p:txBody>
        </p:sp>
        <p:sp>
          <p:nvSpPr>
            <p:cNvPr id="10" name="圆: 空心 9"/>
            <p:cNvSpPr/>
            <p:nvPr/>
          </p:nvSpPr>
          <p:spPr>
            <a:xfrm>
              <a:off x="8595361" y="1391008"/>
              <a:ext cx="2575560" cy="1950720"/>
            </a:xfrm>
            <a:prstGeom prst="donut">
              <a:avLst>
                <a:gd name="adj" fmla="val 2109"/>
              </a:avLst>
            </a:prstGeom>
            <a:solidFill>
              <a:srgbClr val="CDD137"/>
            </a:solidFill>
            <a:ln>
              <a:solidFill>
                <a:srgbClr val="CDD1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895600" y="3209747"/>
            <a:ext cx="2575560" cy="2961738"/>
            <a:chOff x="2514599" y="3804107"/>
            <a:chExt cx="2575560" cy="2961738"/>
          </a:xfrm>
        </p:grpSpPr>
        <p:sp>
          <p:nvSpPr>
            <p:cNvPr id="3" name="流程图: 决策 2"/>
            <p:cNvSpPr/>
            <p:nvPr/>
          </p:nvSpPr>
          <p:spPr>
            <a:xfrm>
              <a:off x="3276599" y="3804107"/>
              <a:ext cx="1051560" cy="777240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04</a:t>
              </a:r>
              <a:endParaRPr lang="zh-CN" altLang="en-US" sz="2400" b="1" dirty="0"/>
            </a:p>
          </p:txBody>
        </p:sp>
        <p:sp>
          <p:nvSpPr>
            <p:cNvPr id="11" name="圆: 空心 10"/>
            <p:cNvSpPr/>
            <p:nvPr/>
          </p:nvSpPr>
          <p:spPr>
            <a:xfrm>
              <a:off x="2514599" y="4581347"/>
              <a:ext cx="2575560" cy="2184498"/>
            </a:xfrm>
            <a:prstGeom prst="donut">
              <a:avLst>
                <a:gd name="adj" fmla="val 2109"/>
              </a:avLst>
            </a:prstGeom>
            <a:solidFill>
              <a:srgbClr val="92D050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16981" y="3130810"/>
            <a:ext cx="2575560" cy="2975399"/>
            <a:chOff x="7078981" y="3730348"/>
            <a:chExt cx="2575560" cy="2975399"/>
          </a:xfrm>
        </p:grpSpPr>
        <p:sp>
          <p:nvSpPr>
            <p:cNvPr id="6" name="流程图: 决策 5"/>
            <p:cNvSpPr/>
            <p:nvPr/>
          </p:nvSpPr>
          <p:spPr>
            <a:xfrm>
              <a:off x="7863843" y="3730348"/>
              <a:ext cx="1051560" cy="777240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05</a:t>
              </a:r>
              <a:endParaRPr lang="zh-CN" altLang="en-US" sz="2400" b="1" dirty="0"/>
            </a:p>
          </p:txBody>
        </p:sp>
        <p:sp>
          <p:nvSpPr>
            <p:cNvPr id="12" name="圆: 空心 11"/>
            <p:cNvSpPr/>
            <p:nvPr/>
          </p:nvSpPr>
          <p:spPr>
            <a:xfrm>
              <a:off x="7078981" y="4521249"/>
              <a:ext cx="2575560" cy="2184498"/>
            </a:xfrm>
            <a:prstGeom prst="donut">
              <a:avLst>
                <a:gd name="adj" fmla="val 2109"/>
              </a:avLst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1950720" y="1952625"/>
            <a:ext cx="126936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dirty="0"/>
              <a:t>图？</a:t>
            </a:r>
            <a:endParaRPr lang="zh-CN" altLang="en-US" sz="3600" dirty="0"/>
          </a:p>
        </p:txBody>
      </p:sp>
      <p:sp>
        <p:nvSpPr>
          <p:cNvPr id="20" name="流程图: 准备 19"/>
          <p:cNvSpPr/>
          <p:nvPr/>
        </p:nvSpPr>
        <p:spPr>
          <a:xfrm>
            <a:off x="472440" y="6106209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准备 20"/>
          <p:cNvSpPr/>
          <p:nvPr/>
        </p:nvSpPr>
        <p:spPr>
          <a:xfrm>
            <a:off x="1398270" y="4663440"/>
            <a:ext cx="150960" cy="151968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准备 21"/>
          <p:cNvSpPr/>
          <p:nvPr/>
        </p:nvSpPr>
        <p:spPr>
          <a:xfrm>
            <a:off x="10911840" y="5532120"/>
            <a:ext cx="381000" cy="3048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流程图: 准备 22"/>
          <p:cNvSpPr/>
          <p:nvPr/>
        </p:nvSpPr>
        <p:spPr>
          <a:xfrm>
            <a:off x="2179320" y="5836920"/>
            <a:ext cx="304800" cy="2286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准备 23"/>
          <p:cNvSpPr/>
          <p:nvPr/>
        </p:nvSpPr>
        <p:spPr>
          <a:xfrm>
            <a:off x="5600701" y="4663440"/>
            <a:ext cx="281939" cy="151968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准备 24"/>
          <p:cNvSpPr/>
          <p:nvPr/>
        </p:nvSpPr>
        <p:spPr>
          <a:xfrm>
            <a:off x="5714999" y="6339840"/>
            <a:ext cx="381001" cy="346352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流程图: 准备 25"/>
          <p:cNvSpPr/>
          <p:nvPr/>
        </p:nvSpPr>
        <p:spPr>
          <a:xfrm>
            <a:off x="186687" y="242830"/>
            <a:ext cx="373381" cy="33528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准备 26"/>
          <p:cNvSpPr/>
          <p:nvPr/>
        </p:nvSpPr>
        <p:spPr>
          <a:xfrm>
            <a:off x="3657600" y="1157230"/>
            <a:ext cx="198119" cy="18288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准备 27"/>
          <p:cNvSpPr/>
          <p:nvPr/>
        </p:nvSpPr>
        <p:spPr>
          <a:xfrm>
            <a:off x="10744200" y="1340110"/>
            <a:ext cx="167640" cy="8382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流程图: 准备 28"/>
          <p:cNvSpPr/>
          <p:nvPr/>
        </p:nvSpPr>
        <p:spPr>
          <a:xfrm>
            <a:off x="9738362" y="413004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425440" y="1927225"/>
            <a:ext cx="131000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dirty="0">
                <a:solidFill>
                  <a:prstClr val="black"/>
                </a:solidFill>
              </a:rPr>
              <a:t>文？</a:t>
            </a:r>
            <a:endParaRPr lang="zh-CN" altLang="en-US" sz="3600" dirty="0">
              <a:solidFill>
                <a:prstClr val="black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740528" y="4715925"/>
            <a:ext cx="226313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dirty="0">
                <a:solidFill>
                  <a:prstClr val="black"/>
                </a:solidFill>
              </a:rPr>
              <a:t>数字人？</a:t>
            </a:r>
            <a:endParaRPr lang="zh-CN" altLang="en-US" sz="3600" dirty="0">
              <a:solidFill>
                <a:prstClr val="black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805860" y="2131268"/>
            <a:ext cx="217519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3600" dirty="0"/>
              <a:t>PPT</a:t>
            </a:r>
            <a:r>
              <a:rPr lang="zh-CN" altLang="en-US" sz="3600" dirty="0"/>
              <a:t>？</a:t>
            </a:r>
            <a:endParaRPr lang="zh-CN" altLang="en-US" sz="3600" dirty="0"/>
          </a:p>
        </p:txBody>
      </p:sp>
      <p:sp>
        <p:nvSpPr>
          <p:cNvPr id="34" name="矩形 33"/>
          <p:cNvSpPr/>
          <p:nvPr/>
        </p:nvSpPr>
        <p:spPr>
          <a:xfrm>
            <a:off x="3543599" y="4814986"/>
            <a:ext cx="194597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dirty="0"/>
              <a:t>配音？</a:t>
            </a:r>
            <a:endParaRPr lang="zh-CN" altLang="en-US" sz="3600" dirty="0"/>
          </a:p>
        </p:txBody>
      </p: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484120" y="6170295"/>
            <a:ext cx="7703820" cy="645160"/>
          </a:xfrm>
          <a:prstGeom prst="rect">
            <a:avLst/>
          </a:prstGeom>
        </p:spPr>
        <p:txBody>
          <a:bodyPr wrap="square">
            <a:spAutoFit/>
          </a:bodyPr>
          <a:p>
            <a:pPr lvl="0"/>
            <a:r>
              <a:rPr lang="zh-CN" altLang="en-US" sz="3600" dirty="0">
                <a:solidFill>
                  <a:prstClr val="black"/>
                </a:solidFill>
              </a:rPr>
              <a:t>用了什么工具，如何用，</a:t>
            </a:r>
            <a:r>
              <a:rPr lang="zh-CN" altLang="en-US" sz="3600" dirty="0">
                <a:solidFill>
                  <a:prstClr val="black"/>
                </a:solidFill>
              </a:rPr>
              <a:t>效果如何？</a:t>
            </a:r>
            <a:endParaRPr lang="zh-CN" altLang="en-US" sz="36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准备 3"/>
          <p:cNvSpPr/>
          <p:nvPr/>
        </p:nvSpPr>
        <p:spPr>
          <a:xfrm>
            <a:off x="2895600" y="364236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准备 5"/>
          <p:cNvSpPr/>
          <p:nvPr/>
        </p:nvSpPr>
        <p:spPr>
          <a:xfrm>
            <a:off x="7802880" y="2118360"/>
            <a:ext cx="182880" cy="152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准备 6"/>
          <p:cNvSpPr/>
          <p:nvPr/>
        </p:nvSpPr>
        <p:spPr>
          <a:xfrm flipV="1">
            <a:off x="7802880" y="3764280"/>
            <a:ext cx="320040" cy="25908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准备 8"/>
          <p:cNvSpPr/>
          <p:nvPr/>
        </p:nvSpPr>
        <p:spPr>
          <a:xfrm>
            <a:off x="2072640" y="5120640"/>
            <a:ext cx="502920" cy="32004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31520" y="678180"/>
            <a:ext cx="4328159" cy="2118360"/>
            <a:chOff x="4295561" y="2798008"/>
            <a:chExt cx="3795855" cy="1834952"/>
          </a:xfrm>
        </p:grpSpPr>
        <p:sp>
          <p:nvSpPr>
            <p:cNvPr id="5" name="流程图: 准备 4"/>
            <p:cNvSpPr/>
            <p:nvPr/>
          </p:nvSpPr>
          <p:spPr>
            <a:xfrm>
              <a:off x="7512296" y="3748487"/>
              <a:ext cx="579120" cy="39624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流程图: 准备 7"/>
            <p:cNvSpPr/>
            <p:nvPr/>
          </p:nvSpPr>
          <p:spPr>
            <a:xfrm>
              <a:off x="5242561" y="4419600"/>
              <a:ext cx="304800" cy="213360"/>
            </a:xfrm>
            <a:prstGeom prst="flowChartPrepa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/>
          </p:nvSpPr>
          <p:spPr>
            <a:xfrm>
              <a:off x="4295561" y="2798008"/>
              <a:ext cx="846437" cy="500124"/>
            </a:xfrm>
            <a:prstGeom prst="halfFrame">
              <a:avLst>
                <a:gd name="adj1" fmla="val 5714"/>
                <a:gd name="adj2" fmla="val 5714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/>
          </p:nvSpPr>
          <p:spPr>
            <a:xfrm rot="10800000">
              <a:off x="5647925" y="3968135"/>
              <a:ext cx="579121" cy="592323"/>
            </a:xfrm>
            <a:prstGeom prst="halfFrame">
              <a:avLst>
                <a:gd name="adj1" fmla="val 5714"/>
                <a:gd name="adj2" fmla="val 6666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半闭框 16"/>
          <p:cNvSpPr/>
          <p:nvPr/>
        </p:nvSpPr>
        <p:spPr>
          <a:xfrm>
            <a:off x="9931465" y="4863312"/>
            <a:ext cx="965135" cy="577368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半闭框 17"/>
          <p:cNvSpPr/>
          <p:nvPr/>
        </p:nvSpPr>
        <p:spPr>
          <a:xfrm rot="10800000">
            <a:off x="10896600" y="5913996"/>
            <a:ext cx="965135" cy="577368"/>
          </a:xfrm>
          <a:prstGeom prst="halfFrame">
            <a:avLst>
              <a:gd name="adj1" fmla="val 5714"/>
              <a:gd name="adj2" fmla="val 571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流程图: 准备 19"/>
          <p:cNvSpPr/>
          <p:nvPr/>
        </p:nvSpPr>
        <p:spPr>
          <a:xfrm>
            <a:off x="5448299" y="6202680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准备 20"/>
          <p:cNvSpPr/>
          <p:nvPr/>
        </p:nvSpPr>
        <p:spPr>
          <a:xfrm>
            <a:off x="10896600" y="798805"/>
            <a:ext cx="716280" cy="5334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准备 10"/>
          <p:cNvSpPr/>
          <p:nvPr/>
        </p:nvSpPr>
        <p:spPr>
          <a:xfrm>
            <a:off x="1476041" y="517103"/>
            <a:ext cx="2135839" cy="1258357"/>
          </a:xfrm>
          <a:prstGeom prst="flowChartPreparation">
            <a:avLst/>
          </a:prstGeom>
          <a:solidFill>
            <a:schemeClr val="accent1">
              <a:lumMod val="20000"/>
              <a:lumOff val="80000"/>
            </a:schemeClr>
          </a:solidFill>
          <a:ln w="53975" cmpd="dbl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输入标题</a:t>
            </a:r>
            <a:endParaRPr lang="zh-CN" altLang="en-US" sz="3600" dirty="0"/>
          </a:p>
        </p:txBody>
      </p:sp>
      <p:sp>
        <p:nvSpPr>
          <p:cNvPr id="24" name="流程图: 准备 23"/>
          <p:cNvSpPr/>
          <p:nvPr/>
        </p:nvSpPr>
        <p:spPr>
          <a:xfrm>
            <a:off x="5816583" y="1662275"/>
            <a:ext cx="1417159" cy="683808"/>
          </a:xfrm>
          <a:prstGeom prst="flowChartPreparation">
            <a:avLst/>
          </a:prstGeom>
          <a:solidFill>
            <a:schemeClr val="accent1">
              <a:lumMod val="20000"/>
              <a:lumOff val="80000"/>
            </a:schemeClr>
          </a:solidFill>
          <a:ln w="53975" cmpd="dbl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/>
              <a:t>03</a:t>
            </a:r>
            <a:endParaRPr lang="zh-CN" altLang="en-US" sz="3600" dirty="0"/>
          </a:p>
        </p:txBody>
      </p:sp>
      <p:sp>
        <p:nvSpPr>
          <p:cNvPr id="25" name="流程图: 准备 24"/>
          <p:cNvSpPr/>
          <p:nvPr/>
        </p:nvSpPr>
        <p:spPr>
          <a:xfrm>
            <a:off x="3312354" y="3210012"/>
            <a:ext cx="1417159" cy="683808"/>
          </a:xfrm>
          <a:prstGeom prst="flowChartPreparation">
            <a:avLst/>
          </a:prstGeom>
          <a:solidFill>
            <a:schemeClr val="accent1">
              <a:lumMod val="20000"/>
              <a:lumOff val="80000"/>
            </a:schemeClr>
          </a:solidFill>
          <a:ln w="53975" cmpd="dbl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02</a:t>
            </a:r>
            <a:endParaRPr lang="zh-CN" altLang="en-US" sz="3600" dirty="0"/>
          </a:p>
        </p:txBody>
      </p:sp>
      <p:sp>
        <p:nvSpPr>
          <p:cNvPr id="26" name="流程图: 准备 25"/>
          <p:cNvSpPr/>
          <p:nvPr/>
        </p:nvSpPr>
        <p:spPr>
          <a:xfrm>
            <a:off x="586820" y="4740637"/>
            <a:ext cx="1417159" cy="683808"/>
          </a:xfrm>
          <a:prstGeom prst="flowChartPreparation">
            <a:avLst/>
          </a:prstGeom>
          <a:solidFill>
            <a:schemeClr val="accent1">
              <a:lumMod val="20000"/>
              <a:lumOff val="80000"/>
            </a:schemeClr>
          </a:solidFill>
          <a:ln w="53975" cmpd="dbl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01</a:t>
            </a:r>
            <a:endParaRPr lang="zh-CN" altLang="en-US" sz="3600" dirty="0"/>
          </a:p>
        </p:txBody>
      </p:sp>
      <p:sp>
        <p:nvSpPr>
          <p:cNvPr id="27" name="流程图: 准备 26"/>
          <p:cNvSpPr/>
          <p:nvPr/>
        </p:nvSpPr>
        <p:spPr>
          <a:xfrm>
            <a:off x="8122920" y="723601"/>
            <a:ext cx="1417159" cy="683808"/>
          </a:xfrm>
          <a:prstGeom prst="flowChartPreparation">
            <a:avLst/>
          </a:prstGeom>
          <a:solidFill>
            <a:schemeClr val="accent1">
              <a:lumMod val="20000"/>
              <a:lumOff val="80000"/>
            </a:schemeClr>
          </a:solidFill>
          <a:ln w="53975" cmpd="dbl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04</a:t>
            </a:r>
            <a:endParaRPr lang="zh-CN" altLang="en-US" sz="3600" dirty="0"/>
          </a:p>
        </p:txBody>
      </p:sp>
      <p:sp>
        <p:nvSpPr>
          <p:cNvPr id="16" name="矩形 15"/>
          <p:cNvSpPr/>
          <p:nvPr/>
        </p:nvSpPr>
        <p:spPr>
          <a:xfrm>
            <a:off x="8358148" y="1724606"/>
            <a:ext cx="350358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dirty="0"/>
              <a:t>腾讯会议答辩</a:t>
            </a:r>
            <a:endParaRPr lang="zh-CN" altLang="en-US" sz="2000" dirty="0"/>
          </a:p>
        </p:txBody>
      </p:sp>
      <p:sp>
        <p:nvSpPr>
          <p:cNvPr id="29" name="矩形 28"/>
          <p:cNvSpPr/>
          <p:nvPr/>
        </p:nvSpPr>
        <p:spPr>
          <a:xfrm>
            <a:off x="582930" y="5454015"/>
            <a:ext cx="2729865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dirty="0"/>
              <a:t>源代码：</a:t>
            </a:r>
            <a:endParaRPr lang="zh-CN" altLang="en-US" sz="2000" dirty="0"/>
          </a:p>
          <a:p>
            <a:pPr lvl="0"/>
            <a:r>
              <a:rPr lang="zh-CN" altLang="en-US" sz="2000" dirty="0"/>
              <a:t>工程</a:t>
            </a:r>
            <a:r>
              <a:rPr lang="zh-CN" altLang="en-US" sz="2000" dirty="0"/>
              <a:t>目录打包</a:t>
            </a:r>
            <a:endParaRPr lang="zh-CN" altLang="en-US" sz="2000" dirty="0"/>
          </a:p>
          <a:p>
            <a:pPr lvl="0"/>
            <a:r>
              <a:rPr lang="zh-CN" altLang="en-US" sz="2000" dirty="0"/>
              <a:t>一个</a:t>
            </a:r>
            <a:r>
              <a:rPr lang="en-US" altLang="zh-CN" sz="2000" dirty="0"/>
              <a:t>txt</a:t>
            </a:r>
            <a:r>
              <a:rPr lang="zh-CN" altLang="en-US" sz="2000" dirty="0"/>
              <a:t>说明</a:t>
            </a:r>
            <a:r>
              <a:rPr lang="en-US" altLang="zh-CN" sz="2000" dirty="0"/>
              <a:t>IDE</a:t>
            </a:r>
            <a:r>
              <a:rPr lang="zh-CN" altLang="en-US" sz="2000" dirty="0"/>
              <a:t>和其他</a:t>
            </a:r>
            <a:endParaRPr lang="zh-CN" altLang="en-US" sz="2000" dirty="0"/>
          </a:p>
          <a:p>
            <a:pPr lvl="0"/>
            <a:r>
              <a:rPr lang="zh-CN" altLang="en-US" sz="2000" dirty="0"/>
              <a:t>需要说明</a:t>
            </a:r>
            <a:r>
              <a:rPr lang="zh-CN" altLang="en-US" sz="2000" dirty="0"/>
              <a:t>的</a:t>
            </a:r>
            <a:endParaRPr lang="zh-CN" altLang="en-US" sz="2000" dirty="0"/>
          </a:p>
        </p:txBody>
      </p:sp>
      <p:sp>
        <p:nvSpPr>
          <p:cNvPr id="30" name="矩形 29"/>
          <p:cNvSpPr/>
          <p:nvPr/>
        </p:nvSpPr>
        <p:spPr>
          <a:xfrm>
            <a:off x="3315308" y="4132331"/>
            <a:ext cx="4807612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小组报告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719114" y="2644633"/>
            <a:ext cx="438750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一份</a:t>
            </a:r>
            <a:r>
              <a:rPr lang="en-US" altLang="zh-CN" sz="2000" dirty="0">
                <a:solidFill>
                  <a:prstClr val="black"/>
                </a:solidFill>
              </a:rPr>
              <a:t>PPT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（如果有录屏文件也</a:t>
            </a:r>
            <a:r>
              <a:rPr lang="zh-CN" altLang="en-US" sz="2000" dirty="0">
                <a:solidFill>
                  <a:prstClr val="black"/>
                </a:solidFill>
              </a:rPr>
              <a:t>附上）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8615" y="521335"/>
            <a:ext cx="3950335" cy="24498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15335" y="4531360"/>
            <a:ext cx="2135505" cy="232727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6866890" y="4065270"/>
            <a:ext cx="3503295" cy="2792730"/>
          </a:xfrm>
          <a:prstGeom prst="rect">
            <a:avLst/>
          </a:prstGeom>
        </p:spPr>
        <p:txBody>
          <a:bodyPr wrap="square">
            <a:noAutofit/>
          </a:bodyPr>
          <a:p>
            <a:pPr lvl="0"/>
            <a:r>
              <a:rPr lang="zh-CN" altLang="en-US" sz="2000" dirty="0"/>
              <a:t>提交要求：</a:t>
            </a:r>
            <a:r>
              <a:rPr lang="en-US" altLang="zh-CN" sz="2000" dirty="0"/>
              <a:t>1</a:t>
            </a:r>
            <a:r>
              <a:rPr lang="zh-CN" altLang="en-US" sz="2000" dirty="0"/>
              <a:t>，</a:t>
            </a:r>
            <a:r>
              <a:rPr lang="en-US" altLang="zh-CN" sz="2000" dirty="0"/>
              <a:t>2</a:t>
            </a:r>
            <a:r>
              <a:rPr lang="zh-CN" altLang="en-US" sz="2000" dirty="0"/>
              <a:t>，</a:t>
            </a:r>
            <a:r>
              <a:rPr lang="en-US" altLang="zh-CN" sz="2000" dirty="0"/>
              <a:t>3</a:t>
            </a:r>
            <a:endParaRPr lang="en-US" altLang="zh-CN" sz="2000" dirty="0"/>
          </a:p>
          <a:p>
            <a:pPr lvl="0"/>
            <a:r>
              <a:rPr lang="zh-CN" altLang="en-US" sz="2000" dirty="0"/>
              <a:t>目录</a:t>
            </a:r>
            <a:r>
              <a:rPr lang="zh-CN" altLang="en-US" sz="2000" dirty="0"/>
              <a:t>名：班级</a:t>
            </a:r>
            <a:r>
              <a:rPr lang="en-US" altLang="zh-CN" sz="2000" dirty="0"/>
              <a:t>-</a:t>
            </a:r>
            <a:r>
              <a:rPr lang="zh-CN" altLang="en-US" sz="2000" dirty="0"/>
              <a:t>组名</a:t>
            </a:r>
            <a:endParaRPr lang="zh-CN" altLang="en-US" sz="2000" dirty="0"/>
          </a:p>
          <a:p>
            <a:pPr lvl="0"/>
            <a:r>
              <a:rPr lang="zh-CN" altLang="en-US" sz="2000" dirty="0"/>
              <a:t>内含：</a:t>
            </a:r>
            <a:r>
              <a:rPr lang="en-US" altLang="zh-CN" sz="2000" dirty="0"/>
              <a:t>1</a:t>
            </a:r>
            <a:r>
              <a:rPr lang="zh-CN" altLang="en-US" sz="2000" dirty="0"/>
              <a:t>，</a:t>
            </a:r>
            <a:r>
              <a:rPr lang="en-US" altLang="zh-CN" sz="2000" dirty="0"/>
              <a:t>2</a:t>
            </a:r>
            <a:r>
              <a:rPr lang="zh-CN" altLang="en-US" sz="2000" dirty="0"/>
              <a:t>，</a:t>
            </a:r>
            <a:r>
              <a:rPr lang="en-US" altLang="zh-CN" sz="2000" dirty="0"/>
              <a:t>3</a:t>
            </a:r>
            <a:endParaRPr lang="en-US" altLang="zh-CN" sz="2000" dirty="0"/>
          </a:p>
          <a:p>
            <a:pPr lvl="0"/>
            <a:endParaRPr lang="zh-CN" alt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WPS 演示</Application>
  <PresentationFormat>宽屏</PresentationFormat>
  <Paragraphs>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等线</vt:lpstr>
      <vt:lpstr>汉仪中等线KW</vt:lpstr>
      <vt:lpstr>微软雅黑</vt:lpstr>
      <vt:lpstr>Arial Unicode MS</vt:lpstr>
      <vt:lpstr>等线 Light</vt:lpstr>
      <vt:lpstr>Calibri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 琳琳</dc:creator>
  <cp:lastModifiedBy>chenyiqun</cp:lastModifiedBy>
  <cp:revision>17</cp:revision>
  <dcterms:created xsi:type="dcterms:W3CDTF">2025-05-28T08:30:23Z</dcterms:created>
  <dcterms:modified xsi:type="dcterms:W3CDTF">2025-05-28T08:30:23Z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2052-7.3.1.8967</vt:lpwstr>
  </property>
  <property fmtid="{D5CDD505-2E9C-101B-9397-08002B2CF9AE}" pid="3" name="KSOTemplateUUID">
    <vt:lpwstr>v1.0_mb_xoLHwe/9xt2fwsHIjayj+w==</vt:lpwstr>
  </property>
  <property fmtid="{D5CDD505-2E9C-101B-9397-08002B2CF9AE}" pid="4" name="ICV">
    <vt:lpwstr>F80393013C0C268E9FC93668602E8589_43</vt:lpwstr>
  </property>
</Properties>
</file>